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4"/>
  </p:sldMasterIdLst>
  <p:notesMasterIdLst>
    <p:notesMasterId r:id="rId17"/>
  </p:notesMasterIdLst>
  <p:handoutMasterIdLst>
    <p:handoutMasterId r:id="rId18"/>
  </p:handoutMasterIdLst>
  <p:sldIdLst>
    <p:sldId id="278" r:id="rId5"/>
    <p:sldId id="282" r:id="rId6"/>
    <p:sldId id="284" r:id="rId7"/>
    <p:sldId id="289" r:id="rId8"/>
    <p:sldId id="293" r:id="rId9"/>
    <p:sldId id="295" r:id="rId10"/>
    <p:sldId id="296" r:id="rId11"/>
    <p:sldId id="298" r:id="rId12"/>
    <p:sldId id="297" r:id="rId13"/>
    <p:sldId id="294" r:id="rId14"/>
    <p:sldId id="288" r:id="rId15"/>
    <p:sldId id="29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>
      <p:cViewPr varScale="1">
        <p:scale>
          <a:sx n="76" d="100"/>
          <a:sy n="76" d="100"/>
        </p:scale>
        <p:origin x="62" y="10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294387-6EC4-4065-80B6-4B511D346DA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3FF69EC-E95A-4FEC-90EA-E026DC7407A3}">
      <dgm:prSet/>
      <dgm:spPr/>
      <dgm:t>
        <a:bodyPr/>
        <a:lstStyle/>
        <a:p>
          <a:r>
            <a:rPr lang="ru-RU" dirty="0"/>
            <a:t>Вступление</a:t>
          </a:r>
          <a:endParaRPr lang="en-US" dirty="0"/>
        </a:p>
      </dgm:t>
    </dgm:pt>
    <dgm:pt modelId="{ABC8E2A7-ECE0-4E03-92CE-66597AC7F33A}" type="parTrans" cxnId="{19BEC0D6-9425-48EF-81D2-2E11A15A27DA}">
      <dgm:prSet/>
      <dgm:spPr/>
      <dgm:t>
        <a:bodyPr/>
        <a:lstStyle/>
        <a:p>
          <a:endParaRPr lang="en-US"/>
        </a:p>
      </dgm:t>
    </dgm:pt>
    <dgm:pt modelId="{64A1E084-1424-4686-AD11-43AFC3DF0C0B}" type="sibTrans" cxnId="{19BEC0D6-9425-48EF-81D2-2E11A15A27DA}">
      <dgm:prSet/>
      <dgm:spPr/>
      <dgm:t>
        <a:bodyPr/>
        <a:lstStyle/>
        <a:p>
          <a:endParaRPr lang="en-US"/>
        </a:p>
      </dgm:t>
    </dgm:pt>
    <dgm:pt modelId="{E08DDFD3-EFEE-4C7F-B5AC-49FCB3C6B8B4}">
      <dgm:prSet/>
      <dgm:spPr/>
      <dgm:t>
        <a:bodyPr/>
        <a:lstStyle/>
        <a:p>
          <a:r>
            <a:rPr lang="ru-RU" dirty="0"/>
            <a:t>Таблица компонентов</a:t>
          </a:r>
          <a:endParaRPr lang="en-US" dirty="0"/>
        </a:p>
      </dgm:t>
    </dgm:pt>
    <dgm:pt modelId="{1E978366-536D-42FC-8274-6C3F35245B16}" type="parTrans" cxnId="{ADDE8E49-ADBA-40A9-ABFC-5039B4289ACF}">
      <dgm:prSet/>
      <dgm:spPr/>
      <dgm:t>
        <a:bodyPr/>
        <a:lstStyle/>
        <a:p>
          <a:endParaRPr lang="en-US"/>
        </a:p>
      </dgm:t>
    </dgm:pt>
    <dgm:pt modelId="{07951D98-88DD-4A1A-B6BE-02ABC97B2421}" type="sibTrans" cxnId="{ADDE8E49-ADBA-40A9-ABFC-5039B4289ACF}">
      <dgm:prSet/>
      <dgm:spPr/>
      <dgm:t>
        <a:bodyPr/>
        <a:lstStyle/>
        <a:p>
          <a:endParaRPr lang="en-US"/>
        </a:p>
      </dgm:t>
    </dgm:pt>
    <dgm:pt modelId="{910E20E2-5B4D-4554-B822-1112E38009A7}">
      <dgm:prSet/>
      <dgm:spPr/>
      <dgm:t>
        <a:bodyPr/>
        <a:lstStyle/>
        <a:p>
          <a:r>
            <a:rPr lang="ru-RU" dirty="0"/>
            <a:t>Чертежи</a:t>
          </a:r>
          <a:endParaRPr lang="en-US" dirty="0"/>
        </a:p>
      </dgm:t>
    </dgm:pt>
    <dgm:pt modelId="{8850CC37-B1F7-4673-B7F7-EAEBA59F3C80}" type="parTrans" cxnId="{748A2125-6BDE-4B42-A5A8-C7A715C0408D}">
      <dgm:prSet/>
      <dgm:spPr/>
      <dgm:t>
        <a:bodyPr/>
        <a:lstStyle/>
        <a:p>
          <a:endParaRPr lang="en-US"/>
        </a:p>
      </dgm:t>
    </dgm:pt>
    <dgm:pt modelId="{AE093514-F8E7-43AA-96C3-CF36070EC8EE}" type="sibTrans" cxnId="{748A2125-6BDE-4B42-A5A8-C7A715C0408D}">
      <dgm:prSet/>
      <dgm:spPr/>
      <dgm:t>
        <a:bodyPr/>
        <a:lstStyle/>
        <a:p>
          <a:endParaRPr lang="en-US"/>
        </a:p>
      </dgm:t>
    </dgm:pt>
    <dgm:pt modelId="{87C90DCB-8D2F-4406-9399-24BFFE8BDD3F}">
      <dgm:prSet/>
      <dgm:spPr/>
      <dgm:t>
        <a:bodyPr/>
        <a:lstStyle/>
        <a:p>
          <a:r>
            <a:rPr lang="ru-RU" dirty="0"/>
            <a:t>Финальная версия</a:t>
          </a:r>
          <a:endParaRPr lang="en-US" dirty="0"/>
        </a:p>
      </dgm:t>
    </dgm:pt>
    <dgm:pt modelId="{B6F59D22-12DB-4069-868A-D2CA4D984538}" type="parTrans" cxnId="{7DBAD7CB-8687-41E5-84DC-E4AE958BFA68}">
      <dgm:prSet/>
      <dgm:spPr/>
      <dgm:t>
        <a:bodyPr/>
        <a:lstStyle/>
        <a:p>
          <a:endParaRPr lang="en-US"/>
        </a:p>
      </dgm:t>
    </dgm:pt>
    <dgm:pt modelId="{23C0B0B2-408C-4AC2-8C24-AB5FEE30A14C}" type="sibTrans" cxnId="{7DBAD7CB-8687-41E5-84DC-E4AE958BFA68}">
      <dgm:prSet/>
      <dgm:spPr/>
      <dgm:t>
        <a:bodyPr/>
        <a:lstStyle/>
        <a:p>
          <a:endParaRPr lang="en-US"/>
        </a:p>
      </dgm:t>
    </dgm:pt>
    <dgm:pt modelId="{2209FD30-F861-4E7D-A523-49C0BE80A3E5}">
      <dgm:prSet/>
      <dgm:spPr/>
      <dgm:t>
        <a:bodyPr/>
        <a:lstStyle/>
        <a:p>
          <a:r>
            <a:rPr lang="ru-RU" dirty="0"/>
            <a:t>Трудности</a:t>
          </a:r>
          <a:endParaRPr lang="en-US" dirty="0"/>
        </a:p>
      </dgm:t>
    </dgm:pt>
    <dgm:pt modelId="{7E56CFF1-1FA0-49F5-A1C2-99264A1AA37B}" type="parTrans" cxnId="{7A936253-80E8-4CEF-9EF2-AF4646CB7FDB}">
      <dgm:prSet/>
      <dgm:spPr/>
      <dgm:t>
        <a:bodyPr/>
        <a:lstStyle/>
        <a:p>
          <a:endParaRPr lang="en-US"/>
        </a:p>
      </dgm:t>
    </dgm:pt>
    <dgm:pt modelId="{386C9134-6B7C-4EED-ABE9-DC3885101E5A}" type="sibTrans" cxnId="{7A936253-80E8-4CEF-9EF2-AF4646CB7FDB}">
      <dgm:prSet/>
      <dgm:spPr/>
      <dgm:t>
        <a:bodyPr/>
        <a:lstStyle/>
        <a:p>
          <a:endParaRPr lang="en-US"/>
        </a:p>
      </dgm:t>
    </dgm:pt>
    <dgm:pt modelId="{7DB14761-CB87-41FB-AD8C-64192DF949EE}" type="pres">
      <dgm:prSet presAssocID="{BB294387-6EC4-4065-80B6-4B511D346DA6}" presName="root" presStyleCnt="0">
        <dgm:presLayoutVars>
          <dgm:dir/>
          <dgm:resizeHandles val="exact"/>
        </dgm:presLayoutVars>
      </dgm:prSet>
      <dgm:spPr/>
    </dgm:pt>
    <dgm:pt modelId="{90D5D74D-1D8D-486A-A200-07BDA44A1147}" type="pres">
      <dgm:prSet presAssocID="{C3FF69EC-E95A-4FEC-90EA-E026DC7407A3}" presName="compNode" presStyleCnt="0"/>
      <dgm:spPr/>
    </dgm:pt>
    <dgm:pt modelId="{F4EB1E3D-22F0-4AE7-AD51-35868543E5D7}" type="pres">
      <dgm:prSet presAssocID="{C3FF69EC-E95A-4FEC-90EA-E026DC7407A3}" presName="bgRect" presStyleLbl="bgShp" presStyleIdx="0" presStyleCnt="5"/>
      <dgm:spPr/>
    </dgm:pt>
    <dgm:pt modelId="{D8927535-6D57-444F-A60F-8FF51D91E09E}" type="pres">
      <dgm:prSet presAssocID="{C3FF69EC-E95A-4FEC-90EA-E026DC7407A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Отметка &quot;Нравится&quot;"/>
        </a:ext>
      </dgm:extLst>
    </dgm:pt>
    <dgm:pt modelId="{7777A3C7-9572-4015-A073-608EDF13D1C1}" type="pres">
      <dgm:prSet presAssocID="{C3FF69EC-E95A-4FEC-90EA-E026DC7407A3}" presName="spaceRect" presStyleCnt="0"/>
      <dgm:spPr/>
    </dgm:pt>
    <dgm:pt modelId="{4A010842-CCD3-40A3-85AF-8B8D57071EF1}" type="pres">
      <dgm:prSet presAssocID="{C3FF69EC-E95A-4FEC-90EA-E026DC7407A3}" presName="parTx" presStyleLbl="revTx" presStyleIdx="0" presStyleCnt="5">
        <dgm:presLayoutVars>
          <dgm:chMax val="0"/>
          <dgm:chPref val="0"/>
        </dgm:presLayoutVars>
      </dgm:prSet>
      <dgm:spPr/>
    </dgm:pt>
    <dgm:pt modelId="{233B5509-6893-461F-8B13-F0674620E72F}" type="pres">
      <dgm:prSet presAssocID="{64A1E084-1424-4686-AD11-43AFC3DF0C0B}" presName="sibTrans" presStyleCnt="0"/>
      <dgm:spPr/>
    </dgm:pt>
    <dgm:pt modelId="{C00056CB-C851-48D2-8C3F-E5D6FDD1CCCE}" type="pres">
      <dgm:prSet presAssocID="{E08DDFD3-EFEE-4C7F-B5AC-49FCB3C6B8B4}" presName="compNode" presStyleCnt="0"/>
      <dgm:spPr/>
    </dgm:pt>
    <dgm:pt modelId="{493718BA-6E34-49CF-83FD-65555479C325}" type="pres">
      <dgm:prSet presAssocID="{E08DDFD3-EFEE-4C7F-B5AC-49FCB3C6B8B4}" presName="bgRect" presStyleLbl="bgShp" presStyleIdx="1" presStyleCnt="5"/>
      <dgm:spPr/>
    </dgm:pt>
    <dgm:pt modelId="{10EF1C6B-B7C6-4159-A04A-2F249CC4EB52}" type="pres">
      <dgm:prSet presAssocID="{E08DDFD3-EFEE-4C7F-B5AC-49FCB3C6B8B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Серверные процессы"/>
        </a:ext>
      </dgm:extLst>
    </dgm:pt>
    <dgm:pt modelId="{9EC14BB6-79D5-4F3A-A2C5-18CEE6CDE27F}" type="pres">
      <dgm:prSet presAssocID="{E08DDFD3-EFEE-4C7F-B5AC-49FCB3C6B8B4}" presName="spaceRect" presStyleCnt="0"/>
      <dgm:spPr/>
    </dgm:pt>
    <dgm:pt modelId="{C440A606-8BAF-4371-A15E-8CBAC8553837}" type="pres">
      <dgm:prSet presAssocID="{E08DDFD3-EFEE-4C7F-B5AC-49FCB3C6B8B4}" presName="parTx" presStyleLbl="revTx" presStyleIdx="1" presStyleCnt="5">
        <dgm:presLayoutVars>
          <dgm:chMax val="0"/>
          <dgm:chPref val="0"/>
        </dgm:presLayoutVars>
      </dgm:prSet>
      <dgm:spPr/>
    </dgm:pt>
    <dgm:pt modelId="{4B679668-2F37-4C67-A797-8B4239FC5688}" type="pres">
      <dgm:prSet presAssocID="{07951D98-88DD-4A1A-B6BE-02ABC97B2421}" presName="sibTrans" presStyleCnt="0"/>
      <dgm:spPr/>
    </dgm:pt>
    <dgm:pt modelId="{BABD2DCC-872C-46D0-A896-4ABF224C5212}" type="pres">
      <dgm:prSet presAssocID="{910E20E2-5B4D-4554-B822-1112E38009A7}" presName="compNode" presStyleCnt="0"/>
      <dgm:spPr/>
    </dgm:pt>
    <dgm:pt modelId="{5E168A74-CF76-4AFF-A167-65D03A2DE3A2}" type="pres">
      <dgm:prSet presAssocID="{910E20E2-5B4D-4554-B822-1112E38009A7}" presName="bgRect" presStyleLbl="bgShp" presStyleIdx="2" presStyleCnt="5"/>
      <dgm:spPr/>
    </dgm:pt>
    <dgm:pt modelId="{9CDB6F5C-49B4-41FE-91C1-9E04FDF2CDB6}" type="pres">
      <dgm:prSet presAssocID="{910E20E2-5B4D-4554-B822-1112E38009A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Развертывать"/>
        </a:ext>
      </dgm:extLst>
    </dgm:pt>
    <dgm:pt modelId="{5CE661D8-6F1E-47F1-8A6B-F2129FBD2BC9}" type="pres">
      <dgm:prSet presAssocID="{910E20E2-5B4D-4554-B822-1112E38009A7}" presName="spaceRect" presStyleCnt="0"/>
      <dgm:spPr/>
    </dgm:pt>
    <dgm:pt modelId="{106D3471-86F5-4A24-9FCA-B10845266A6E}" type="pres">
      <dgm:prSet presAssocID="{910E20E2-5B4D-4554-B822-1112E38009A7}" presName="parTx" presStyleLbl="revTx" presStyleIdx="2" presStyleCnt="5">
        <dgm:presLayoutVars>
          <dgm:chMax val="0"/>
          <dgm:chPref val="0"/>
        </dgm:presLayoutVars>
      </dgm:prSet>
      <dgm:spPr/>
    </dgm:pt>
    <dgm:pt modelId="{13B1D2AB-B0A3-499C-B2E3-35FBB9EEF1EE}" type="pres">
      <dgm:prSet presAssocID="{AE093514-F8E7-43AA-96C3-CF36070EC8EE}" presName="sibTrans" presStyleCnt="0"/>
      <dgm:spPr/>
    </dgm:pt>
    <dgm:pt modelId="{7914CE44-3872-48B7-93D8-47F18D906516}" type="pres">
      <dgm:prSet presAssocID="{87C90DCB-8D2F-4406-9399-24BFFE8BDD3F}" presName="compNode" presStyleCnt="0"/>
      <dgm:spPr/>
    </dgm:pt>
    <dgm:pt modelId="{365A8262-00E0-4336-B2E3-E9BB4A6AE889}" type="pres">
      <dgm:prSet presAssocID="{87C90DCB-8D2F-4406-9399-24BFFE8BDD3F}" presName="bgRect" presStyleLbl="bgShp" presStyleIdx="3" presStyleCnt="5"/>
      <dgm:spPr/>
    </dgm:pt>
    <dgm:pt modelId="{F9EC7C69-F927-40C3-8DAC-C3E3E770DC20}" type="pres">
      <dgm:prSet presAssocID="{87C90DCB-8D2F-4406-9399-24BFFE8BDD3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Невыполненная работа"/>
        </a:ext>
      </dgm:extLst>
    </dgm:pt>
    <dgm:pt modelId="{75B44FA0-8EDB-460E-A93E-0604218F5D83}" type="pres">
      <dgm:prSet presAssocID="{87C90DCB-8D2F-4406-9399-24BFFE8BDD3F}" presName="spaceRect" presStyleCnt="0"/>
      <dgm:spPr/>
    </dgm:pt>
    <dgm:pt modelId="{4EA548F9-5278-46E0-BCEE-42529F9EE65F}" type="pres">
      <dgm:prSet presAssocID="{87C90DCB-8D2F-4406-9399-24BFFE8BDD3F}" presName="parTx" presStyleLbl="revTx" presStyleIdx="3" presStyleCnt="5">
        <dgm:presLayoutVars>
          <dgm:chMax val="0"/>
          <dgm:chPref val="0"/>
        </dgm:presLayoutVars>
      </dgm:prSet>
      <dgm:spPr/>
    </dgm:pt>
    <dgm:pt modelId="{1B636FA0-2FB7-4C24-A6F4-AB42058DD8A3}" type="pres">
      <dgm:prSet presAssocID="{23C0B0B2-408C-4AC2-8C24-AB5FEE30A14C}" presName="sibTrans" presStyleCnt="0"/>
      <dgm:spPr/>
    </dgm:pt>
    <dgm:pt modelId="{A8785B5E-3423-4CC6-AA58-8BC3CFA303D8}" type="pres">
      <dgm:prSet presAssocID="{2209FD30-F861-4E7D-A523-49C0BE80A3E5}" presName="compNode" presStyleCnt="0"/>
      <dgm:spPr/>
    </dgm:pt>
    <dgm:pt modelId="{CFC8D7C7-CDA0-4BD9-8636-71F5A182C5C6}" type="pres">
      <dgm:prSet presAssocID="{2209FD30-F861-4E7D-A523-49C0BE80A3E5}" presName="bgRect" presStyleLbl="bgShp" presStyleIdx="4" presStyleCnt="5"/>
      <dgm:spPr/>
    </dgm:pt>
    <dgm:pt modelId="{5EBCF99F-60E5-4BAE-A8F0-2004CEC4C7DB}" type="pres">
      <dgm:prSet presAssocID="{2209FD30-F861-4E7D-A523-49C0BE80A3E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Коммуникации"/>
        </a:ext>
      </dgm:extLst>
    </dgm:pt>
    <dgm:pt modelId="{FF8D04A8-CF6A-4558-A226-D23EB5B1B942}" type="pres">
      <dgm:prSet presAssocID="{2209FD30-F861-4E7D-A523-49C0BE80A3E5}" presName="spaceRect" presStyleCnt="0"/>
      <dgm:spPr/>
    </dgm:pt>
    <dgm:pt modelId="{D3BD478C-06AE-4B26-81E4-D13CD2FF91E6}" type="pres">
      <dgm:prSet presAssocID="{2209FD30-F861-4E7D-A523-49C0BE80A3E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748A2125-6BDE-4B42-A5A8-C7A715C0408D}" srcId="{BB294387-6EC4-4065-80B6-4B511D346DA6}" destId="{910E20E2-5B4D-4554-B822-1112E38009A7}" srcOrd="2" destOrd="0" parTransId="{8850CC37-B1F7-4673-B7F7-EAEBA59F3C80}" sibTransId="{AE093514-F8E7-43AA-96C3-CF36070EC8EE}"/>
    <dgm:cxn modelId="{EDC86F42-3928-4477-A256-08594E0C0900}" type="presOf" srcId="{910E20E2-5B4D-4554-B822-1112E38009A7}" destId="{106D3471-86F5-4A24-9FCA-B10845266A6E}" srcOrd="0" destOrd="0" presId="urn:microsoft.com/office/officeart/2018/2/layout/IconVerticalSolidList"/>
    <dgm:cxn modelId="{C0716A63-2370-4474-9AB8-EA0360BE38EB}" type="presOf" srcId="{2209FD30-F861-4E7D-A523-49C0BE80A3E5}" destId="{D3BD478C-06AE-4B26-81E4-D13CD2FF91E6}" srcOrd="0" destOrd="0" presId="urn:microsoft.com/office/officeart/2018/2/layout/IconVerticalSolidList"/>
    <dgm:cxn modelId="{9EC21648-A00D-415B-9FF8-598DEA218607}" type="presOf" srcId="{BB294387-6EC4-4065-80B6-4B511D346DA6}" destId="{7DB14761-CB87-41FB-AD8C-64192DF949EE}" srcOrd="0" destOrd="0" presId="urn:microsoft.com/office/officeart/2018/2/layout/IconVerticalSolidList"/>
    <dgm:cxn modelId="{ADDE8E49-ADBA-40A9-ABFC-5039B4289ACF}" srcId="{BB294387-6EC4-4065-80B6-4B511D346DA6}" destId="{E08DDFD3-EFEE-4C7F-B5AC-49FCB3C6B8B4}" srcOrd="1" destOrd="0" parTransId="{1E978366-536D-42FC-8274-6C3F35245B16}" sibTransId="{07951D98-88DD-4A1A-B6BE-02ABC97B2421}"/>
    <dgm:cxn modelId="{7A936253-80E8-4CEF-9EF2-AF4646CB7FDB}" srcId="{BB294387-6EC4-4065-80B6-4B511D346DA6}" destId="{2209FD30-F861-4E7D-A523-49C0BE80A3E5}" srcOrd="4" destOrd="0" parTransId="{7E56CFF1-1FA0-49F5-A1C2-99264A1AA37B}" sibTransId="{386C9134-6B7C-4EED-ABE9-DC3885101E5A}"/>
    <dgm:cxn modelId="{1B31B276-5009-4CC5-A5B4-5EF9A1B0B743}" type="presOf" srcId="{87C90DCB-8D2F-4406-9399-24BFFE8BDD3F}" destId="{4EA548F9-5278-46E0-BCEE-42529F9EE65F}" srcOrd="0" destOrd="0" presId="urn:microsoft.com/office/officeart/2018/2/layout/IconVerticalSolidList"/>
    <dgm:cxn modelId="{6AA02C7A-DC50-4B68-A03B-543A5E1EB6AB}" type="presOf" srcId="{E08DDFD3-EFEE-4C7F-B5AC-49FCB3C6B8B4}" destId="{C440A606-8BAF-4371-A15E-8CBAC8553837}" srcOrd="0" destOrd="0" presId="urn:microsoft.com/office/officeart/2018/2/layout/IconVerticalSolidList"/>
    <dgm:cxn modelId="{7DBAD7CB-8687-41E5-84DC-E4AE958BFA68}" srcId="{BB294387-6EC4-4065-80B6-4B511D346DA6}" destId="{87C90DCB-8D2F-4406-9399-24BFFE8BDD3F}" srcOrd="3" destOrd="0" parTransId="{B6F59D22-12DB-4069-868A-D2CA4D984538}" sibTransId="{23C0B0B2-408C-4AC2-8C24-AB5FEE30A14C}"/>
    <dgm:cxn modelId="{19BEC0D6-9425-48EF-81D2-2E11A15A27DA}" srcId="{BB294387-6EC4-4065-80B6-4B511D346DA6}" destId="{C3FF69EC-E95A-4FEC-90EA-E026DC7407A3}" srcOrd="0" destOrd="0" parTransId="{ABC8E2A7-ECE0-4E03-92CE-66597AC7F33A}" sibTransId="{64A1E084-1424-4686-AD11-43AFC3DF0C0B}"/>
    <dgm:cxn modelId="{F7A80FF1-1EA6-4D5B-8D02-1AE14A04679D}" type="presOf" srcId="{C3FF69EC-E95A-4FEC-90EA-E026DC7407A3}" destId="{4A010842-CCD3-40A3-85AF-8B8D57071EF1}" srcOrd="0" destOrd="0" presId="urn:microsoft.com/office/officeart/2018/2/layout/IconVerticalSolidList"/>
    <dgm:cxn modelId="{DCADFBBE-7B46-4718-BD05-1077C69CF457}" type="presParOf" srcId="{7DB14761-CB87-41FB-AD8C-64192DF949EE}" destId="{90D5D74D-1D8D-486A-A200-07BDA44A1147}" srcOrd="0" destOrd="0" presId="urn:microsoft.com/office/officeart/2018/2/layout/IconVerticalSolidList"/>
    <dgm:cxn modelId="{662AB819-B97C-4D38-BD88-72DA44C98C07}" type="presParOf" srcId="{90D5D74D-1D8D-486A-A200-07BDA44A1147}" destId="{F4EB1E3D-22F0-4AE7-AD51-35868543E5D7}" srcOrd="0" destOrd="0" presId="urn:microsoft.com/office/officeart/2018/2/layout/IconVerticalSolidList"/>
    <dgm:cxn modelId="{EE6FAA08-B9D4-4120-A321-3B2747E9A542}" type="presParOf" srcId="{90D5D74D-1D8D-486A-A200-07BDA44A1147}" destId="{D8927535-6D57-444F-A60F-8FF51D91E09E}" srcOrd="1" destOrd="0" presId="urn:microsoft.com/office/officeart/2018/2/layout/IconVerticalSolidList"/>
    <dgm:cxn modelId="{F5B91CD3-26A9-4011-B441-1F027119DF66}" type="presParOf" srcId="{90D5D74D-1D8D-486A-A200-07BDA44A1147}" destId="{7777A3C7-9572-4015-A073-608EDF13D1C1}" srcOrd="2" destOrd="0" presId="urn:microsoft.com/office/officeart/2018/2/layout/IconVerticalSolidList"/>
    <dgm:cxn modelId="{BE9A7F52-482C-486F-A857-B94E01E64429}" type="presParOf" srcId="{90D5D74D-1D8D-486A-A200-07BDA44A1147}" destId="{4A010842-CCD3-40A3-85AF-8B8D57071EF1}" srcOrd="3" destOrd="0" presId="urn:microsoft.com/office/officeart/2018/2/layout/IconVerticalSolidList"/>
    <dgm:cxn modelId="{2EA633A5-B667-485A-B108-76F14E1ACB8C}" type="presParOf" srcId="{7DB14761-CB87-41FB-AD8C-64192DF949EE}" destId="{233B5509-6893-461F-8B13-F0674620E72F}" srcOrd="1" destOrd="0" presId="urn:microsoft.com/office/officeart/2018/2/layout/IconVerticalSolidList"/>
    <dgm:cxn modelId="{6579D227-5497-4185-AB35-5C798D3F28E5}" type="presParOf" srcId="{7DB14761-CB87-41FB-AD8C-64192DF949EE}" destId="{C00056CB-C851-48D2-8C3F-E5D6FDD1CCCE}" srcOrd="2" destOrd="0" presId="urn:microsoft.com/office/officeart/2018/2/layout/IconVerticalSolidList"/>
    <dgm:cxn modelId="{11AC81AF-D64B-4A7D-9A5F-09F21E7B7495}" type="presParOf" srcId="{C00056CB-C851-48D2-8C3F-E5D6FDD1CCCE}" destId="{493718BA-6E34-49CF-83FD-65555479C325}" srcOrd="0" destOrd="0" presId="urn:microsoft.com/office/officeart/2018/2/layout/IconVerticalSolidList"/>
    <dgm:cxn modelId="{B3D098F5-D62F-41A8-9B52-3BF7E21B0919}" type="presParOf" srcId="{C00056CB-C851-48D2-8C3F-E5D6FDD1CCCE}" destId="{10EF1C6B-B7C6-4159-A04A-2F249CC4EB52}" srcOrd="1" destOrd="0" presId="urn:microsoft.com/office/officeart/2018/2/layout/IconVerticalSolidList"/>
    <dgm:cxn modelId="{176F3AC5-83E5-4EE2-AB05-948D3B4367C0}" type="presParOf" srcId="{C00056CB-C851-48D2-8C3F-E5D6FDD1CCCE}" destId="{9EC14BB6-79D5-4F3A-A2C5-18CEE6CDE27F}" srcOrd="2" destOrd="0" presId="urn:microsoft.com/office/officeart/2018/2/layout/IconVerticalSolidList"/>
    <dgm:cxn modelId="{0B27AFA5-712C-4395-BCF6-A276F82A20A1}" type="presParOf" srcId="{C00056CB-C851-48D2-8C3F-E5D6FDD1CCCE}" destId="{C440A606-8BAF-4371-A15E-8CBAC8553837}" srcOrd="3" destOrd="0" presId="urn:microsoft.com/office/officeart/2018/2/layout/IconVerticalSolidList"/>
    <dgm:cxn modelId="{D336094D-C300-4164-AD9F-EC389B431D0C}" type="presParOf" srcId="{7DB14761-CB87-41FB-AD8C-64192DF949EE}" destId="{4B679668-2F37-4C67-A797-8B4239FC5688}" srcOrd="3" destOrd="0" presId="urn:microsoft.com/office/officeart/2018/2/layout/IconVerticalSolidList"/>
    <dgm:cxn modelId="{F1B1D624-3650-4F5B-98FF-2FD969C49D74}" type="presParOf" srcId="{7DB14761-CB87-41FB-AD8C-64192DF949EE}" destId="{BABD2DCC-872C-46D0-A896-4ABF224C5212}" srcOrd="4" destOrd="0" presId="urn:microsoft.com/office/officeart/2018/2/layout/IconVerticalSolidList"/>
    <dgm:cxn modelId="{C855726A-8C57-4B2E-9BC8-D6F7B559FDDA}" type="presParOf" srcId="{BABD2DCC-872C-46D0-A896-4ABF224C5212}" destId="{5E168A74-CF76-4AFF-A167-65D03A2DE3A2}" srcOrd="0" destOrd="0" presId="urn:microsoft.com/office/officeart/2018/2/layout/IconVerticalSolidList"/>
    <dgm:cxn modelId="{0CCFE5B6-5DC8-4B04-BE9D-BBBA8784B617}" type="presParOf" srcId="{BABD2DCC-872C-46D0-A896-4ABF224C5212}" destId="{9CDB6F5C-49B4-41FE-91C1-9E04FDF2CDB6}" srcOrd="1" destOrd="0" presId="urn:microsoft.com/office/officeart/2018/2/layout/IconVerticalSolidList"/>
    <dgm:cxn modelId="{C1D0807A-6182-4950-82A2-F271412E140A}" type="presParOf" srcId="{BABD2DCC-872C-46D0-A896-4ABF224C5212}" destId="{5CE661D8-6F1E-47F1-8A6B-F2129FBD2BC9}" srcOrd="2" destOrd="0" presId="urn:microsoft.com/office/officeart/2018/2/layout/IconVerticalSolidList"/>
    <dgm:cxn modelId="{BA399A6E-F7B5-45DF-AD73-E07744EB9958}" type="presParOf" srcId="{BABD2DCC-872C-46D0-A896-4ABF224C5212}" destId="{106D3471-86F5-4A24-9FCA-B10845266A6E}" srcOrd="3" destOrd="0" presId="urn:microsoft.com/office/officeart/2018/2/layout/IconVerticalSolidList"/>
    <dgm:cxn modelId="{2B315FFE-3A4C-4181-A75D-6C967FAC52C3}" type="presParOf" srcId="{7DB14761-CB87-41FB-AD8C-64192DF949EE}" destId="{13B1D2AB-B0A3-499C-B2E3-35FBB9EEF1EE}" srcOrd="5" destOrd="0" presId="urn:microsoft.com/office/officeart/2018/2/layout/IconVerticalSolidList"/>
    <dgm:cxn modelId="{9F282F8C-4742-4118-B484-0F6B584743A3}" type="presParOf" srcId="{7DB14761-CB87-41FB-AD8C-64192DF949EE}" destId="{7914CE44-3872-48B7-93D8-47F18D906516}" srcOrd="6" destOrd="0" presId="urn:microsoft.com/office/officeart/2018/2/layout/IconVerticalSolidList"/>
    <dgm:cxn modelId="{0D722BFC-C855-4072-8454-309BE222E538}" type="presParOf" srcId="{7914CE44-3872-48B7-93D8-47F18D906516}" destId="{365A8262-00E0-4336-B2E3-E9BB4A6AE889}" srcOrd="0" destOrd="0" presId="urn:microsoft.com/office/officeart/2018/2/layout/IconVerticalSolidList"/>
    <dgm:cxn modelId="{B3FCC765-D274-4FEF-9BFA-C4C7EA737A6A}" type="presParOf" srcId="{7914CE44-3872-48B7-93D8-47F18D906516}" destId="{F9EC7C69-F927-40C3-8DAC-C3E3E770DC20}" srcOrd="1" destOrd="0" presId="urn:microsoft.com/office/officeart/2018/2/layout/IconVerticalSolidList"/>
    <dgm:cxn modelId="{8F1AEC78-AF2E-4BC5-BF90-F17AA5C86518}" type="presParOf" srcId="{7914CE44-3872-48B7-93D8-47F18D906516}" destId="{75B44FA0-8EDB-460E-A93E-0604218F5D83}" srcOrd="2" destOrd="0" presId="urn:microsoft.com/office/officeart/2018/2/layout/IconVerticalSolidList"/>
    <dgm:cxn modelId="{25BE9692-1F36-4FDA-9FBF-9A7A0732A141}" type="presParOf" srcId="{7914CE44-3872-48B7-93D8-47F18D906516}" destId="{4EA548F9-5278-46E0-BCEE-42529F9EE65F}" srcOrd="3" destOrd="0" presId="urn:microsoft.com/office/officeart/2018/2/layout/IconVerticalSolidList"/>
    <dgm:cxn modelId="{54EB0CEA-A444-4523-B5DA-D64213B63ABA}" type="presParOf" srcId="{7DB14761-CB87-41FB-AD8C-64192DF949EE}" destId="{1B636FA0-2FB7-4C24-A6F4-AB42058DD8A3}" srcOrd="7" destOrd="0" presId="urn:microsoft.com/office/officeart/2018/2/layout/IconVerticalSolidList"/>
    <dgm:cxn modelId="{6D26F65B-9C3F-4EDD-83A5-859256F93C5C}" type="presParOf" srcId="{7DB14761-CB87-41FB-AD8C-64192DF949EE}" destId="{A8785B5E-3423-4CC6-AA58-8BC3CFA303D8}" srcOrd="8" destOrd="0" presId="urn:microsoft.com/office/officeart/2018/2/layout/IconVerticalSolidList"/>
    <dgm:cxn modelId="{529C27A2-E58E-4FE4-BBE2-EADC6EE38EFA}" type="presParOf" srcId="{A8785B5E-3423-4CC6-AA58-8BC3CFA303D8}" destId="{CFC8D7C7-CDA0-4BD9-8636-71F5A182C5C6}" srcOrd="0" destOrd="0" presId="urn:microsoft.com/office/officeart/2018/2/layout/IconVerticalSolidList"/>
    <dgm:cxn modelId="{FF06B201-F019-411E-B827-6B6ABC82BD82}" type="presParOf" srcId="{A8785B5E-3423-4CC6-AA58-8BC3CFA303D8}" destId="{5EBCF99F-60E5-4BAE-A8F0-2004CEC4C7DB}" srcOrd="1" destOrd="0" presId="urn:microsoft.com/office/officeart/2018/2/layout/IconVerticalSolidList"/>
    <dgm:cxn modelId="{D324B98B-22D5-4E6C-B5AB-A83E55102E95}" type="presParOf" srcId="{A8785B5E-3423-4CC6-AA58-8BC3CFA303D8}" destId="{FF8D04A8-CF6A-4558-A226-D23EB5B1B942}" srcOrd="2" destOrd="0" presId="urn:microsoft.com/office/officeart/2018/2/layout/IconVerticalSolidList"/>
    <dgm:cxn modelId="{B7EA4CB3-386F-4740-9E6A-C37D2EB38314}" type="presParOf" srcId="{A8785B5E-3423-4CC6-AA58-8BC3CFA303D8}" destId="{D3BD478C-06AE-4B26-81E4-D13CD2FF91E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EB1E3D-22F0-4AE7-AD51-35868543E5D7}">
      <dsp:nvSpPr>
        <dsp:cNvPr id="0" name=""/>
        <dsp:cNvSpPr/>
      </dsp:nvSpPr>
      <dsp:spPr>
        <a:xfrm>
          <a:off x="0" y="4499"/>
          <a:ext cx="6373813" cy="9584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927535-6D57-444F-A60F-8FF51D91E09E}">
      <dsp:nvSpPr>
        <dsp:cNvPr id="0" name=""/>
        <dsp:cNvSpPr/>
      </dsp:nvSpPr>
      <dsp:spPr>
        <a:xfrm>
          <a:off x="289918" y="220141"/>
          <a:ext cx="527124" cy="5271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010842-CCD3-40A3-85AF-8B8D57071EF1}">
      <dsp:nvSpPr>
        <dsp:cNvPr id="0" name=""/>
        <dsp:cNvSpPr/>
      </dsp:nvSpPr>
      <dsp:spPr>
        <a:xfrm>
          <a:off x="1106961" y="4499"/>
          <a:ext cx="5266852" cy="958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32" tIns="101432" rIns="101432" bIns="1014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Вступление</a:t>
          </a:r>
          <a:endParaRPr lang="en-US" sz="1900" kern="1200" dirty="0"/>
        </a:p>
      </dsp:txBody>
      <dsp:txXfrm>
        <a:off x="1106961" y="4499"/>
        <a:ext cx="5266852" cy="958408"/>
      </dsp:txXfrm>
    </dsp:sp>
    <dsp:sp modelId="{493718BA-6E34-49CF-83FD-65555479C325}">
      <dsp:nvSpPr>
        <dsp:cNvPr id="0" name=""/>
        <dsp:cNvSpPr/>
      </dsp:nvSpPr>
      <dsp:spPr>
        <a:xfrm>
          <a:off x="0" y="1202510"/>
          <a:ext cx="6373813" cy="9584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EF1C6B-B7C6-4159-A04A-2F249CC4EB52}">
      <dsp:nvSpPr>
        <dsp:cNvPr id="0" name=""/>
        <dsp:cNvSpPr/>
      </dsp:nvSpPr>
      <dsp:spPr>
        <a:xfrm>
          <a:off x="289918" y="1418152"/>
          <a:ext cx="527124" cy="5271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40A606-8BAF-4371-A15E-8CBAC8553837}">
      <dsp:nvSpPr>
        <dsp:cNvPr id="0" name=""/>
        <dsp:cNvSpPr/>
      </dsp:nvSpPr>
      <dsp:spPr>
        <a:xfrm>
          <a:off x="1106961" y="1202510"/>
          <a:ext cx="5266852" cy="958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32" tIns="101432" rIns="101432" bIns="1014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Таблица компонентов</a:t>
          </a:r>
          <a:endParaRPr lang="en-US" sz="1900" kern="1200" dirty="0"/>
        </a:p>
      </dsp:txBody>
      <dsp:txXfrm>
        <a:off x="1106961" y="1202510"/>
        <a:ext cx="5266852" cy="958408"/>
      </dsp:txXfrm>
    </dsp:sp>
    <dsp:sp modelId="{5E168A74-CF76-4AFF-A167-65D03A2DE3A2}">
      <dsp:nvSpPr>
        <dsp:cNvPr id="0" name=""/>
        <dsp:cNvSpPr/>
      </dsp:nvSpPr>
      <dsp:spPr>
        <a:xfrm>
          <a:off x="0" y="2400520"/>
          <a:ext cx="6373813" cy="9584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DB6F5C-49B4-41FE-91C1-9E04FDF2CDB6}">
      <dsp:nvSpPr>
        <dsp:cNvPr id="0" name=""/>
        <dsp:cNvSpPr/>
      </dsp:nvSpPr>
      <dsp:spPr>
        <a:xfrm>
          <a:off x="289918" y="2616162"/>
          <a:ext cx="527124" cy="52712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6D3471-86F5-4A24-9FCA-B10845266A6E}">
      <dsp:nvSpPr>
        <dsp:cNvPr id="0" name=""/>
        <dsp:cNvSpPr/>
      </dsp:nvSpPr>
      <dsp:spPr>
        <a:xfrm>
          <a:off x="1106961" y="2400520"/>
          <a:ext cx="5266852" cy="958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32" tIns="101432" rIns="101432" bIns="1014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Чертежи</a:t>
          </a:r>
          <a:endParaRPr lang="en-US" sz="1900" kern="1200" dirty="0"/>
        </a:p>
      </dsp:txBody>
      <dsp:txXfrm>
        <a:off x="1106961" y="2400520"/>
        <a:ext cx="5266852" cy="958408"/>
      </dsp:txXfrm>
    </dsp:sp>
    <dsp:sp modelId="{365A8262-00E0-4336-B2E3-E9BB4A6AE889}">
      <dsp:nvSpPr>
        <dsp:cNvPr id="0" name=""/>
        <dsp:cNvSpPr/>
      </dsp:nvSpPr>
      <dsp:spPr>
        <a:xfrm>
          <a:off x="0" y="3598531"/>
          <a:ext cx="6373813" cy="9584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EC7C69-F927-40C3-8DAC-C3E3E770DC20}">
      <dsp:nvSpPr>
        <dsp:cNvPr id="0" name=""/>
        <dsp:cNvSpPr/>
      </dsp:nvSpPr>
      <dsp:spPr>
        <a:xfrm>
          <a:off x="289918" y="3814173"/>
          <a:ext cx="527124" cy="52712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A548F9-5278-46E0-BCEE-42529F9EE65F}">
      <dsp:nvSpPr>
        <dsp:cNvPr id="0" name=""/>
        <dsp:cNvSpPr/>
      </dsp:nvSpPr>
      <dsp:spPr>
        <a:xfrm>
          <a:off x="1106961" y="3598531"/>
          <a:ext cx="5266852" cy="958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32" tIns="101432" rIns="101432" bIns="1014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Финальная версия</a:t>
          </a:r>
          <a:endParaRPr lang="en-US" sz="1900" kern="1200" dirty="0"/>
        </a:p>
      </dsp:txBody>
      <dsp:txXfrm>
        <a:off x="1106961" y="3598531"/>
        <a:ext cx="5266852" cy="958408"/>
      </dsp:txXfrm>
    </dsp:sp>
    <dsp:sp modelId="{CFC8D7C7-CDA0-4BD9-8636-71F5A182C5C6}">
      <dsp:nvSpPr>
        <dsp:cNvPr id="0" name=""/>
        <dsp:cNvSpPr/>
      </dsp:nvSpPr>
      <dsp:spPr>
        <a:xfrm>
          <a:off x="0" y="4796541"/>
          <a:ext cx="6373813" cy="9584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BCF99F-60E5-4BAE-A8F0-2004CEC4C7DB}">
      <dsp:nvSpPr>
        <dsp:cNvPr id="0" name=""/>
        <dsp:cNvSpPr/>
      </dsp:nvSpPr>
      <dsp:spPr>
        <a:xfrm>
          <a:off x="289918" y="5012183"/>
          <a:ext cx="527124" cy="52712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BD478C-06AE-4B26-81E4-D13CD2FF91E6}">
      <dsp:nvSpPr>
        <dsp:cNvPr id="0" name=""/>
        <dsp:cNvSpPr/>
      </dsp:nvSpPr>
      <dsp:spPr>
        <a:xfrm>
          <a:off x="1106961" y="4796541"/>
          <a:ext cx="5266852" cy="958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32" tIns="101432" rIns="101432" bIns="1014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Трудности</a:t>
          </a:r>
          <a:endParaRPr lang="en-US" sz="1900" kern="1200" dirty="0"/>
        </a:p>
      </dsp:txBody>
      <dsp:txXfrm>
        <a:off x="1106961" y="4796541"/>
        <a:ext cx="5266852" cy="9584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BC71B-6527-4638-937B-C93EB849CB02}" type="datetimeFigureOut">
              <a:rPr lang="en-US" smtClean="0"/>
              <a:t>4/20/2025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70580-B89C-4157-871D-6B9318EE5F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465A2-8C9C-419F-9FD8-234480873777}" type="datetimeFigureOut">
              <a:rPr lang="en-US" smtClean="0"/>
              <a:t>4/20/2025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F00E9-A49D-4007-B3B9-A3783809E5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64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62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23463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65650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89351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85868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413379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67432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48230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6735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30566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93063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411926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itle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Freeform: Shape 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Freeform: Shape 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Freeform: Shape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076535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Freeform: Shape 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Freeform: Shape 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Freeform: Shape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40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63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974" y="196900"/>
            <a:ext cx="4899628" cy="2331490"/>
          </a:xfrm>
        </p:spPr>
        <p:txBody>
          <a:bodyPr anchor="b" anchorCtr="0">
            <a:noAutofit/>
          </a:bodyPr>
          <a:lstStyle>
            <a:lvl1pPr algn="r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3162" y="2827209"/>
            <a:ext cx="4917440" cy="3442144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algn="r">
              <a:defRPr sz="1200">
                <a:solidFill>
                  <a:schemeClr val="tx1"/>
                </a:solidFill>
              </a:defRPr>
            </a:lvl2pPr>
            <a:lvl3pPr algn="r">
              <a:defRPr sz="1200">
                <a:solidFill>
                  <a:schemeClr val="tx1"/>
                </a:solidFill>
              </a:defRPr>
            </a:lvl3pPr>
            <a:lvl4pPr algn="r">
              <a:defRPr sz="1200">
                <a:solidFill>
                  <a:schemeClr val="tx1"/>
                </a:solidFill>
              </a:defRPr>
            </a:lvl4pPr>
            <a:lvl5pPr algn="r"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588" y="0"/>
            <a:ext cx="609599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904CD02-7C7D-28DD-85A8-2FD92C29D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FB7341D0-DC30-9661-B3E0-91DE7C37946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92A118B5-9F91-EA1B-3F95-6BFA5095544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208891A5-91FA-D924-CB46-E74B50635001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E5F7483-2261-D4C4-30E3-2D379D8CA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473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50801"/>
            <a:ext cx="11090275" cy="1237360"/>
          </a:xfrm>
        </p:spPr>
        <p:txBody>
          <a:bodyPr anchor="t" anchorCtr="0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3720" y="1917065"/>
            <a:ext cx="2921000" cy="429768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4048759" y="1917065"/>
            <a:ext cx="7591799" cy="429768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8155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54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Freeform: Shape 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739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0587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21" r:id="rId14"/>
    <p:sldLayoutId id="2147483724" r:id="rId15"/>
    <p:sldLayoutId id="2147483725" r:id="rId16"/>
    <p:sldLayoutId id="2147483728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edol.by/assets/files/508.pdf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2.png"/><Relationship Id="rId4" Type="http://schemas.openxmlformats.org/officeDocument/2006/relationships/hyperlink" Target="https://ua.schindler.com/content/dam/website/ua/docs/schindler-planuvannya-escalatoriv-travolatoriv.pdf/_jcr_content/renditions/original./schindler-planuvannya-escalatoriv-travolatoriv.pdf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.gif"/><Relationship Id="rId5" Type="http://schemas.openxmlformats.org/officeDocument/2006/relationships/image" Target="../media/image21.gif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8A00A08-E4E6-4184-B484-E0E034072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171" y="13882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780E404-3121-4F33-AF2D-65F659A97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7675" y="288981"/>
            <a:ext cx="1262947" cy="1335600"/>
            <a:chOff x="2678417" y="2427951"/>
            <a:chExt cx="1262947" cy="1335600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339341D-8322-49F1-91DA-6D115CCAE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7EB9DB0E-3B0E-411A-9274-448D565CA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5524" cy="3034657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100"/>
              <a:t>SOLIDWORKS</a:t>
            </a:r>
            <a:br>
              <a:rPr lang="en-US" sz="4100"/>
            </a:br>
            <a:r>
              <a:rPr lang="en-US" sz="4100"/>
              <a:t>Escalator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B158E9A-DBF4-4AA7-B6B7-8C8EB2FBD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125249" y="5435090"/>
            <a:ext cx="762805" cy="734873"/>
            <a:chOff x="7950336" y="1300590"/>
            <a:chExt cx="762805" cy="734873"/>
          </a:xfrm>
        </p:grpSpPr>
        <p:sp>
          <p:nvSpPr>
            <p:cNvPr id="66" name="Freeform 5">
              <a:extLst>
                <a:ext uri="{FF2B5EF4-FFF2-40B4-BE49-F238E27FC236}">
                  <a16:creationId xmlns:a16="http://schemas.microsoft.com/office/drawing/2014/main" id="{6150ACFD-AEC6-42A3-A5A7-E7AD6B13E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220298" y="1428832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Freeform 6">
              <a:extLst>
                <a:ext uri="{FF2B5EF4-FFF2-40B4-BE49-F238E27FC236}">
                  <a16:creationId xmlns:a16="http://schemas.microsoft.com/office/drawing/2014/main" id="{DB4D1217-FEB1-4D2A-80F4-C227B66D72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066503" y="1339815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8" name="Freeform 8">
              <a:extLst>
                <a:ext uri="{FF2B5EF4-FFF2-40B4-BE49-F238E27FC236}">
                  <a16:creationId xmlns:a16="http://schemas.microsoft.com/office/drawing/2014/main" id="{0BCA7138-22BA-4785-8B3D-9D45213E8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217173" y="1608753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508000">
                <a:schemeClr val="bg2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3">
            <a:extLst>
              <a:ext uri="{FF2B5EF4-FFF2-40B4-BE49-F238E27FC236}">
                <a16:creationId xmlns:a16="http://schemas.microsoft.com/office/drawing/2014/main" id="{E3BEB129-E9B0-C5A1-D412-86ED6B955F7B}"/>
              </a:ext>
            </a:extLst>
          </p:cNvPr>
          <p:cNvSpPr txBox="1">
            <a:spLocks/>
          </p:cNvSpPr>
          <p:nvPr/>
        </p:nvSpPr>
        <p:spPr>
          <a:xfrm>
            <a:off x="550863" y="3803406"/>
            <a:ext cx="3565525" cy="2289419"/>
          </a:xfrm>
          <a:prstGeom prst="rect">
            <a:avLst/>
          </a:prstGeom>
        </p:spPr>
        <p:txBody>
          <a:bodyPr vert="horz" wrap="square" lIns="0" tIns="0" rIns="0" bIns="0" rtlCol="0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</a:pPr>
            <a:r>
              <a:rPr lang="en-US" sz="20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rPr>
              <a:t>Kovrizhnykh Grigoriy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9EA9577-F38E-A002-6F80-472322A16A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776" y="1088459"/>
            <a:ext cx="7345363" cy="4682668"/>
          </a:xfrm>
          <a:custGeom>
            <a:avLst/>
            <a:gdLst/>
            <a:ahLst/>
            <a:cxnLst/>
            <a:rect l="l" t="t" r="r" b="b"/>
            <a:pathLst>
              <a:path w="7345363" h="5761037">
                <a:moveTo>
                  <a:pt x="0" y="0"/>
                </a:moveTo>
                <a:lnTo>
                  <a:pt x="7345363" y="0"/>
                </a:lnTo>
                <a:lnTo>
                  <a:pt x="7345363" y="5761037"/>
                </a:lnTo>
                <a:lnTo>
                  <a:pt x="0" y="576103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8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0" name="Freeform: Shape 9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Oval 10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Oval 11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: Shape 12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 useBgFill="1">
        <p:nvSpPr>
          <p:cNvPr id="24" name="Rectangle 14">
            <a:extLst>
              <a:ext uri="{FF2B5EF4-FFF2-40B4-BE49-F238E27FC236}">
                <a16:creationId xmlns:a16="http://schemas.microsoft.com/office/drawing/2014/main" id="{60B7752B-728D-4CA3-8923-C4F7F7702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5BE93-0252-3CC3-B567-14EC47EB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887" y="549275"/>
            <a:ext cx="3752501" cy="5543549"/>
          </a:xfrm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dirty="0"/>
              <a:t>План презентации</a:t>
            </a:r>
            <a:endParaRPr lang="en-US" sz="4800" dirty="0"/>
          </a:p>
        </p:txBody>
      </p:sp>
      <p:sp>
        <p:nvSpPr>
          <p:cNvPr id="25" name="Rectangle 16">
            <a:extLst>
              <a:ext uri="{FF2B5EF4-FFF2-40B4-BE49-F238E27FC236}">
                <a16:creationId xmlns:a16="http://schemas.microsoft.com/office/drawing/2014/main" id="{429899A3-416E-4DB5-846D-023526052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0899" y="0"/>
            <a:ext cx="7641102" cy="6858000"/>
          </a:xfrm>
          <a:prstGeom prst="rect">
            <a:avLst/>
          </a:prstGeom>
          <a:solidFill>
            <a:schemeClr val="bg2">
              <a:lumMod val="10000"/>
              <a:lumOff val="9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8F3440F4-95D4-350C-E070-9E50A8D329D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248243392"/>
              </p:ext>
            </p:extLst>
          </p:nvPr>
        </p:nvGraphicFramePr>
        <p:xfrm>
          <a:off x="5267325" y="549275"/>
          <a:ext cx="6373814" cy="575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6504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2343A-9CB0-F2AD-EF62-5DEE3E97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98475"/>
            <a:ext cx="3096906" cy="553578"/>
          </a:xfrm>
        </p:spPr>
        <p:txBody>
          <a:bodyPr/>
          <a:lstStyle/>
          <a:p>
            <a:r>
              <a:rPr lang="ru-RU" dirty="0"/>
              <a:t>Вступление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744DD-5BC8-42C8-4313-13CE95ED5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342" y="2103039"/>
            <a:ext cx="10440619" cy="3979625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Я решил взять эскалатор, как тему для проектной работы по предмету </a:t>
            </a:r>
            <a:r>
              <a:rPr lang="en-US" dirty="0"/>
              <a:t>SOLIDWORKS.</a:t>
            </a:r>
          </a:p>
          <a:p>
            <a:pPr marL="0" lvl="0" indent="0">
              <a:lnSpc>
                <a:spcPct val="115000"/>
              </a:lnSpc>
              <a:buNone/>
            </a:pPr>
            <a:r>
              <a:rPr lang="ru-RU" dirty="0"/>
              <a:t>В ходе исследования темы я смотрел такие документы, как</a:t>
            </a:r>
            <a:r>
              <a:rPr lang="en-US" dirty="0"/>
              <a:t>:</a:t>
            </a:r>
          </a:p>
          <a:p>
            <a:pPr marL="800100" lvl="1" indent="-342900">
              <a:lnSpc>
                <a:spcPct val="115000"/>
              </a:lnSpc>
              <a:buFont typeface="+mj-lt"/>
              <a:buAutoNum type="arabicPeriod"/>
            </a:pPr>
            <a:r>
              <a:rPr lang="ru-RU" dirty="0"/>
              <a:t> </a:t>
            </a:r>
            <a:r>
              <a:rPr lang="en-US" u="sng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https://tedol.by/assets/files/508.pdf</a:t>
            </a:r>
            <a:endParaRPr lang="ru-RU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u="sng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https://ua.schindler.com/content/dam/website/ua/docs/schindler-planuvannya-escalatoriv-travolatoriv.pdf/_jcr_content/renditions/original./schindler-planuvannya-escalatoriv-travolatoriv.pdf</a:t>
            </a:r>
            <a:endParaRPr lang="en-US" u="sng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А так же смотрел фото с интернета</a:t>
            </a:r>
            <a:endParaRPr lang="en-US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Используется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Европейский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стандарт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EN 115</a:t>
            </a:r>
            <a:r>
              <a:rPr lang="ru-RU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ЭСКАЛАТОРЫ И ПАССАЖИРСКИЕ КОНВЕЙЕРЫ</a:t>
            </a:r>
            <a:r>
              <a:rPr lang="ru-RU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endParaRPr lang="ru-RU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endParaRPr lang="en-US" u="sng" dirty="0">
              <a:solidFill>
                <a:srgbClr val="0000FF"/>
              </a:solidFill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B8D0884-9DE5-DDCD-74A5-8374F3E07A3E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3537616" y="5178425"/>
            <a:ext cx="3838575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Oval 10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6" name="Oval 12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7" name="Group 14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8" name="Freeform: Shape 15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Freeform: Shape 16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0" name="Oval 17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Oval 18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42" name="Rectangle 20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22">
            <a:extLst>
              <a:ext uri="{FF2B5EF4-FFF2-40B4-BE49-F238E27FC236}">
                <a16:creationId xmlns:a16="http://schemas.microsoft.com/office/drawing/2014/main" id="{28A00A08-E4E6-4184-B484-E0E034072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171" y="13882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44" name="Group 24">
            <a:extLst>
              <a:ext uri="{FF2B5EF4-FFF2-40B4-BE49-F238E27FC236}">
                <a16:creationId xmlns:a16="http://schemas.microsoft.com/office/drawing/2014/main" id="{0780E404-3121-4F33-AF2D-65F659A97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7675" y="288981"/>
            <a:ext cx="1262947" cy="1335600"/>
            <a:chOff x="2678417" y="2427951"/>
            <a:chExt cx="1262947" cy="1335600"/>
          </a:xfrm>
        </p:grpSpPr>
        <p:sp>
          <p:nvSpPr>
            <p:cNvPr id="45" name="Freeform: Shape 25">
              <a:extLst>
                <a:ext uri="{FF2B5EF4-FFF2-40B4-BE49-F238E27FC236}">
                  <a16:creationId xmlns:a16="http://schemas.microsoft.com/office/drawing/2014/main" id="{2339341D-8322-49F1-91DA-6D115CCAE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Oval 26">
              <a:extLst>
                <a:ext uri="{FF2B5EF4-FFF2-40B4-BE49-F238E27FC236}">
                  <a16:creationId xmlns:a16="http://schemas.microsoft.com/office/drawing/2014/main" id="{7EB9DB0E-3B0E-411A-9274-448D565CA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5524" cy="3034657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400"/>
              <a:t>Таблица компонентов</a:t>
            </a:r>
          </a:p>
        </p:txBody>
      </p:sp>
      <p:grpSp>
        <p:nvGrpSpPr>
          <p:cNvPr id="47" name="Group 28">
            <a:extLst>
              <a:ext uri="{FF2B5EF4-FFF2-40B4-BE49-F238E27FC236}">
                <a16:creationId xmlns:a16="http://schemas.microsoft.com/office/drawing/2014/main" id="{4B158E9A-DBF4-4AA7-B6B7-8C8EB2FBD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125249" y="5435090"/>
            <a:ext cx="762805" cy="734873"/>
            <a:chOff x="7950336" y="1300590"/>
            <a:chExt cx="762805" cy="734873"/>
          </a:xfrm>
        </p:grpSpPr>
        <p:sp>
          <p:nvSpPr>
            <p:cNvPr id="48" name="Freeform 5">
              <a:extLst>
                <a:ext uri="{FF2B5EF4-FFF2-40B4-BE49-F238E27FC236}">
                  <a16:creationId xmlns:a16="http://schemas.microsoft.com/office/drawing/2014/main" id="{6150ACFD-AEC6-42A3-A5A7-E7AD6B13E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220298" y="1428832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6">
              <a:extLst>
                <a:ext uri="{FF2B5EF4-FFF2-40B4-BE49-F238E27FC236}">
                  <a16:creationId xmlns:a16="http://schemas.microsoft.com/office/drawing/2014/main" id="{DB4D1217-FEB1-4D2A-80F4-C227B66D72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066503" y="1339815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8">
              <a:extLst>
                <a:ext uri="{FF2B5EF4-FFF2-40B4-BE49-F238E27FC236}">
                  <a16:creationId xmlns:a16="http://schemas.microsoft.com/office/drawing/2014/main" id="{0BCA7138-22BA-4785-8B3D-9D45213E8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217173" y="1608753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508000">
                <a:schemeClr val="bg2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A444B47F-A5EC-8454-CDD9-9B782855BB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1751"/>
              </p:ext>
            </p:extLst>
          </p:nvPr>
        </p:nvGraphicFramePr>
        <p:xfrm>
          <a:off x="4295776" y="1072670"/>
          <a:ext cx="7345364" cy="4714248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3599288">
                  <a:extLst>
                    <a:ext uri="{9D8B030D-6E8A-4147-A177-3AD203B41FA5}">
                      <a16:colId xmlns:a16="http://schemas.microsoft.com/office/drawing/2014/main" val="3749626429"/>
                    </a:ext>
                  </a:extLst>
                </a:gridCol>
                <a:gridCol w="3746076">
                  <a:extLst>
                    <a:ext uri="{9D8B030D-6E8A-4147-A177-3AD203B41FA5}">
                      <a16:colId xmlns:a16="http://schemas.microsoft.com/office/drawing/2014/main" val="3761958735"/>
                    </a:ext>
                  </a:extLst>
                </a:gridCol>
              </a:tblGrid>
              <a:tr h="3207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Название компонента</a:t>
                      </a:r>
                      <a:endParaRPr lang="ru-RU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1565" marR="6156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Описание</a:t>
                      </a:r>
                      <a:endParaRPr lang="ru-RU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1565" marR="61565" marT="0" marB="0"/>
                </a:tc>
                <a:extLst>
                  <a:ext uri="{0D108BD9-81ED-4DB2-BD59-A6C34878D82A}">
                    <a16:rowId xmlns:a16="http://schemas.microsoft.com/office/drawing/2014/main" val="3845427963"/>
                  </a:ext>
                </a:extLst>
              </a:tr>
              <a:tr h="5148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1 </a:t>
                      </a:r>
                      <a:r>
                        <a:rPr lang="en-US" sz="1400">
                          <a:effectLst/>
                        </a:rPr>
                        <a:t>Ступень</a:t>
                      </a:r>
                      <a:endParaRPr lang="ru-RU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1565" marR="6156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Основная часть эскалатора, по которой передвигаются пассажиры.</a:t>
                      </a:r>
                      <a:endParaRPr lang="ru-RU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1565" marR="61565" marT="0" marB="0"/>
                </a:tc>
                <a:extLst>
                  <a:ext uri="{0D108BD9-81ED-4DB2-BD59-A6C34878D82A}">
                    <a16:rowId xmlns:a16="http://schemas.microsoft.com/office/drawing/2014/main" val="512405330"/>
                  </a:ext>
                </a:extLst>
              </a:tr>
              <a:tr h="5148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2 Боковая сторона эскалатора</a:t>
                      </a:r>
                      <a:endParaRPr lang="ru-RU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1565" marR="6156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Боковая сторона эскалатора</a:t>
                      </a:r>
                      <a:r>
                        <a:rPr lang="en-US" sz="1400">
                          <a:effectLst/>
                        </a:rPr>
                        <a:t> с пазом для колёс ступеней.</a:t>
                      </a:r>
                      <a:endParaRPr lang="ru-RU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1565" marR="61565" marT="0" marB="0"/>
                </a:tc>
                <a:extLst>
                  <a:ext uri="{0D108BD9-81ED-4DB2-BD59-A6C34878D82A}">
                    <a16:rowId xmlns:a16="http://schemas.microsoft.com/office/drawing/2014/main" val="4040755483"/>
                  </a:ext>
                </a:extLst>
              </a:tr>
              <a:tr h="5148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3 </a:t>
                      </a:r>
                      <a:r>
                        <a:rPr lang="en-US" sz="1400">
                          <a:effectLst/>
                        </a:rPr>
                        <a:t>Колёсико ступени</a:t>
                      </a:r>
                      <a:endParaRPr lang="ru-RU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1565" marR="6156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Колёса для краёв ступени, входящие в паз</a:t>
                      </a:r>
                      <a:r>
                        <a:rPr lang="ru-RU" sz="1400">
                          <a:effectLst/>
                        </a:rPr>
                        <a:t> боковой стороны эскалатора</a:t>
                      </a:r>
                      <a:endParaRPr lang="ru-RU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1565" marR="61565" marT="0" marB="0"/>
                </a:tc>
                <a:extLst>
                  <a:ext uri="{0D108BD9-81ED-4DB2-BD59-A6C34878D82A}">
                    <a16:rowId xmlns:a16="http://schemas.microsoft.com/office/drawing/2014/main" val="3640127098"/>
                  </a:ext>
                </a:extLst>
              </a:tr>
              <a:tr h="2631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4 </a:t>
                      </a:r>
                      <a:r>
                        <a:rPr lang="en-US" sz="1400">
                          <a:effectLst/>
                        </a:rPr>
                        <a:t>Задняя ось ступени</a:t>
                      </a:r>
                      <a:endParaRPr lang="ru-RU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1565" marR="6156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Палка на задней части ступени.</a:t>
                      </a:r>
                      <a:endParaRPr lang="ru-RU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1565" marR="61565" marT="0" marB="0"/>
                </a:tc>
                <a:extLst>
                  <a:ext uri="{0D108BD9-81ED-4DB2-BD59-A6C34878D82A}">
                    <a16:rowId xmlns:a16="http://schemas.microsoft.com/office/drawing/2014/main" val="264954558"/>
                  </a:ext>
                </a:extLst>
              </a:tr>
              <a:tr h="5148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5 </a:t>
                      </a:r>
                      <a:r>
                        <a:rPr lang="en-US" sz="1400">
                          <a:effectLst/>
                        </a:rPr>
                        <a:t>Передняя ось ступени</a:t>
                      </a:r>
                      <a:endParaRPr lang="ru-RU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1565" marR="6156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Палка на передней части ступени, на которой крепится колёсико.</a:t>
                      </a:r>
                      <a:endParaRPr lang="ru-RU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1565" marR="61565" marT="0" marB="0"/>
                </a:tc>
                <a:extLst>
                  <a:ext uri="{0D108BD9-81ED-4DB2-BD59-A6C34878D82A}">
                    <a16:rowId xmlns:a16="http://schemas.microsoft.com/office/drawing/2014/main" val="2467470395"/>
                  </a:ext>
                </a:extLst>
              </a:tr>
              <a:tr h="2631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6 </a:t>
                      </a:r>
                      <a:r>
                        <a:rPr lang="en-US" sz="1400">
                          <a:effectLst/>
                        </a:rPr>
                        <a:t>Цепь</a:t>
                      </a:r>
                      <a:endParaRPr lang="ru-RU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1565" marR="6156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Соединяет ступени и передаёт движение.</a:t>
                      </a:r>
                      <a:endParaRPr lang="ru-RU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1565" marR="61565" marT="0" marB="0"/>
                </a:tc>
                <a:extLst>
                  <a:ext uri="{0D108BD9-81ED-4DB2-BD59-A6C34878D82A}">
                    <a16:rowId xmlns:a16="http://schemas.microsoft.com/office/drawing/2014/main" val="200788575"/>
                  </a:ext>
                </a:extLst>
              </a:tr>
              <a:tr h="2631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7 </a:t>
                      </a:r>
                      <a:r>
                        <a:rPr lang="en-US" sz="1400">
                          <a:effectLst/>
                        </a:rPr>
                        <a:t>Штифт цепи</a:t>
                      </a:r>
                      <a:endParaRPr lang="ru-RU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1565" marR="6156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Скрепляет звенья цепи.</a:t>
                      </a:r>
                      <a:endParaRPr lang="ru-RU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1565" marR="61565" marT="0" marB="0"/>
                </a:tc>
                <a:extLst>
                  <a:ext uri="{0D108BD9-81ED-4DB2-BD59-A6C34878D82A}">
                    <a16:rowId xmlns:a16="http://schemas.microsoft.com/office/drawing/2014/main" val="1309848342"/>
                  </a:ext>
                </a:extLst>
              </a:tr>
              <a:tr h="5148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8 </a:t>
                      </a:r>
                      <a:r>
                        <a:rPr lang="en-US" sz="1400">
                          <a:effectLst/>
                        </a:rPr>
                        <a:t>Ведущее колесо</a:t>
                      </a:r>
                      <a:r>
                        <a:rPr lang="ru-RU" sz="1400">
                          <a:effectLst/>
                        </a:rPr>
                        <a:t>(шестерня)</a:t>
                      </a:r>
                      <a:endParaRPr lang="ru-RU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1565" marR="6156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Колесо сверху эскалатора</a:t>
                      </a:r>
                      <a:r>
                        <a:rPr lang="ru-RU" sz="1400">
                          <a:effectLst/>
                        </a:rPr>
                        <a:t> с пазом</a:t>
                      </a:r>
                      <a:r>
                        <a:rPr lang="en-US" sz="1400">
                          <a:effectLst/>
                        </a:rPr>
                        <a:t>, вращаемое редуктором.</a:t>
                      </a:r>
                      <a:endParaRPr lang="ru-RU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1565" marR="61565" marT="0" marB="0"/>
                </a:tc>
                <a:extLst>
                  <a:ext uri="{0D108BD9-81ED-4DB2-BD59-A6C34878D82A}">
                    <a16:rowId xmlns:a16="http://schemas.microsoft.com/office/drawing/2014/main" val="3436448800"/>
                  </a:ext>
                </a:extLst>
              </a:tr>
              <a:tr h="5148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9 </a:t>
                      </a:r>
                      <a:r>
                        <a:rPr lang="en-US" sz="1400">
                          <a:effectLst/>
                        </a:rPr>
                        <a:t>Верхняя ось</a:t>
                      </a:r>
                      <a:r>
                        <a:rPr lang="ru-RU" sz="1400">
                          <a:effectLst/>
                        </a:rPr>
                        <a:t> – ось привода редуктора</a:t>
                      </a:r>
                      <a:endParaRPr lang="ru-RU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1565" marR="6156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Палка, проходящая через колёса и каркас, возможно, ось привода редуктора.</a:t>
                      </a:r>
                      <a:endParaRPr lang="ru-RU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1565" marR="61565" marT="0" marB="0"/>
                </a:tc>
                <a:extLst>
                  <a:ext uri="{0D108BD9-81ED-4DB2-BD59-A6C34878D82A}">
                    <a16:rowId xmlns:a16="http://schemas.microsoft.com/office/drawing/2014/main" val="3495589022"/>
                  </a:ext>
                </a:extLst>
              </a:tr>
              <a:tr h="5148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1</a:t>
                      </a:r>
                      <a:r>
                        <a:rPr lang="en-US" sz="1400">
                          <a:effectLst/>
                        </a:rPr>
                        <a:t>0 Каркас</a:t>
                      </a:r>
                      <a:endParaRPr lang="ru-RU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1565" marR="6156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Скелетная железная конструкция, несущая основа эскалатора.</a:t>
                      </a:r>
                      <a:endParaRPr lang="ru-RU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1565" marR="61565" marT="0" marB="0"/>
                </a:tc>
                <a:extLst>
                  <a:ext uri="{0D108BD9-81ED-4DB2-BD59-A6C34878D82A}">
                    <a16:rowId xmlns:a16="http://schemas.microsoft.com/office/drawing/2014/main" val="3287282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440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477438-4737-FFEA-5ECC-FDC04E5AD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: Shape 13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Oval 15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Oval 17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5" name="Group 19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6" name="Freeform: Shape 20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21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8" name="Oval 22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Oval 23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40" name="Rectangle 25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71F9B98-8A9D-A34A-0EBC-42D31880D2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61"/>
          <a:stretch/>
        </p:blipFill>
        <p:spPr>
          <a:xfrm>
            <a:off x="20" y="1"/>
            <a:ext cx="1219198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1" name="Rectangle 27">
            <a:extLst>
              <a:ext uri="{FF2B5EF4-FFF2-40B4-BE49-F238E27FC236}">
                <a16:creationId xmlns:a16="http://schemas.microsoft.com/office/drawing/2014/main" id="{3C64A91D-E535-4C24-A0E3-96A3810E3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29">
            <a:extLst>
              <a:ext uri="{FF2B5EF4-FFF2-40B4-BE49-F238E27FC236}">
                <a16:creationId xmlns:a16="http://schemas.microsoft.com/office/drawing/2014/main" id="{26FC4867-BA3E-4F8E-AB23-684F34DF3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3"/>
            <a:ext cx="9000000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8E61EE-9BE5-EEC8-B5B8-1CDA70297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81" y="1591693"/>
            <a:ext cx="5437187" cy="2986234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5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Чертежи</a:t>
            </a:r>
            <a:r>
              <a:rPr lang="en-US" sz="5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</a:t>
            </a:r>
            <a:r>
              <a:rPr lang="en-US" sz="5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цепь</a:t>
            </a:r>
            <a:r>
              <a:rPr lang="en-US" sz="5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86423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85649B-3341-8CC2-6761-E4F404D1C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6D508DD-51DD-FA16-A023-D040812591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00"/>
          <a:stretch/>
        </p:blipFill>
        <p:spPr>
          <a:xfrm>
            <a:off x="20" y="1"/>
            <a:ext cx="1219198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3C64A91D-E535-4C24-A0E3-96A3810E3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6FC4867-BA3E-4F8E-AB23-684F34DF3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3"/>
            <a:ext cx="9000000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D5C0A0-D543-A6F6-B3BA-30F9AEB23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591" y="-1907126"/>
            <a:ext cx="5437187" cy="2986234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Чертежи</a:t>
            </a:r>
            <a:r>
              <a:rPr lang="en-US" sz="4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</a:t>
            </a:r>
            <a:r>
              <a:rPr lang="en-US" sz="4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шестерня</a:t>
            </a:r>
            <a:r>
              <a:rPr lang="en-US" sz="4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76123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DC8C88-1294-CD96-6F82-80FF10746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80" name="Rectangle 79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F7CC6AF-2A23-D6DB-1FBF-7EC0228C6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24" y="1"/>
            <a:ext cx="10048351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AD4EA4DF-0E7C-4098-86F6-7D0ACAEFC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7859713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C6D23F-933E-003F-CF89-0FFE7A3B5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040" y="1283128"/>
            <a:ext cx="3565524" cy="3034657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400" dirty="0" err="1"/>
              <a:t>Чертежи</a:t>
            </a:r>
            <a:r>
              <a:rPr lang="en-US" sz="3400" dirty="0"/>
              <a:t>(</a:t>
            </a:r>
            <a:r>
              <a:rPr lang="en-US" sz="3400" dirty="0" err="1"/>
              <a:t>боковая</a:t>
            </a:r>
            <a:r>
              <a:rPr lang="en-US" sz="3400" dirty="0"/>
              <a:t> </a:t>
            </a:r>
            <a:r>
              <a:rPr lang="en-US" sz="3400" dirty="0" err="1"/>
              <a:t>часть</a:t>
            </a:r>
            <a:r>
              <a:rPr lang="en-US" sz="3400" dirty="0"/>
              <a:t> </a:t>
            </a:r>
            <a:r>
              <a:rPr lang="en-US" sz="3400" dirty="0" err="1"/>
              <a:t>эскалатора</a:t>
            </a:r>
            <a:r>
              <a:rPr lang="en-US" sz="3400" dirty="0"/>
              <a:t>)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FE05BC49-0F00-4C85-9AF5-A0CC5B39C8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006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829F43-C38E-BE66-4293-4F477AA84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80" name="Rectangle 79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63EA1E9-7F3E-97FD-CC17-FB13D3A5A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2962"/>
            <a:ext cx="12192000" cy="5212078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AD4EA4DF-0E7C-4098-86F6-7D0ACAEFC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7859713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871367-5DC6-010A-9FD0-CE2AAF546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380" y="2452920"/>
            <a:ext cx="3565524" cy="3034657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400" dirty="0" err="1"/>
              <a:t>Чертежи</a:t>
            </a:r>
            <a:r>
              <a:rPr lang="en-US" sz="3400" dirty="0"/>
              <a:t>(</a:t>
            </a:r>
            <a:r>
              <a:rPr lang="en-US" sz="3400" dirty="0" err="1"/>
              <a:t>скелет</a:t>
            </a:r>
            <a:r>
              <a:rPr lang="en-US" sz="3400" dirty="0"/>
              <a:t>)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FE05BC49-0F00-4C85-9AF5-A0CC5B39C8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906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433856-54D4-D7B5-89DC-BCD83C275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80" name="Rectangle 79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858B70-D806-1DBB-81AA-03BE73362C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793"/>
          <a:stretch/>
        </p:blipFill>
        <p:spPr>
          <a:xfrm>
            <a:off x="20" y="1"/>
            <a:ext cx="1219198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AD4EA4DF-0E7C-4098-86F6-7D0ACAEFC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7859713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69A82D-9096-8AAE-A1A9-F8A029120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526" y="2180239"/>
            <a:ext cx="3565524" cy="2887174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Чертежи</a:t>
            </a:r>
            <a:r>
              <a:rPr lang="en-US" sz="3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</a:t>
            </a:r>
            <a:r>
              <a:rPr lang="en-US" sz="3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Ступень</a:t>
            </a:r>
            <a:r>
              <a:rPr lang="en-US" sz="3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FE05BC49-0F00-4C85-9AF5-A0CC5B39C8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010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DC5FE8-DF43-D4F2-B4DE-4364B3130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B9DF56-BF07-43E9-9E3A-ADF4B919A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040" y="1229562"/>
            <a:ext cx="3565524" cy="3034657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800" dirty="0" err="1"/>
              <a:t>Финальная</a:t>
            </a:r>
            <a:r>
              <a:rPr lang="en-US" sz="4800" dirty="0"/>
              <a:t> </a:t>
            </a:r>
            <a:r>
              <a:rPr lang="en-US" sz="4800" dirty="0" err="1"/>
              <a:t>версия</a:t>
            </a:r>
            <a:endParaRPr lang="en-US" sz="4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4EB7CF9-951F-B1A9-298F-A349524EF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4917" y="949880"/>
            <a:ext cx="3365713" cy="2776713"/>
          </a:xfrm>
          <a:custGeom>
            <a:avLst/>
            <a:gdLst/>
            <a:ahLst/>
            <a:cxnLst/>
            <a:rect l="l" t="t" r="r" b="b"/>
            <a:pathLst>
              <a:path w="2771775" h="2771775">
                <a:moveTo>
                  <a:pt x="0" y="0"/>
                </a:moveTo>
                <a:lnTo>
                  <a:pt x="2771775" y="0"/>
                </a:lnTo>
                <a:lnTo>
                  <a:pt x="2771775" y="2771775"/>
                </a:lnTo>
                <a:lnTo>
                  <a:pt x="0" y="2771775"/>
                </a:lnTo>
                <a:close/>
              </a:path>
            </a:pathLst>
          </a:cu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05A5D99C-8CA9-4688-A7A5-0D9C34AE30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16575" y="5165702"/>
            <a:ext cx="734257" cy="760506"/>
            <a:chOff x="5243759" y="1363788"/>
            <a:chExt cx="734257" cy="760506"/>
          </a:xfrm>
        </p:grpSpPr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03F95395-CCA6-4A43-85F6-69571A5AB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4173C2D0-52E8-4925-8ED2-CF521F5EA5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1EB77B77-4A3B-4F2F-848A-78978F686F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ED936F5-37F7-DEC5-48FE-588BBAE98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1397" y="1415785"/>
            <a:ext cx="4090132" cy="4621617"/>
          </a:xfrm>
          <a:custGeom>
            <a:avLst/>
            <a:gdLst/>
            <a:ahLst/>
            <a:cxnLst/>
            <a:rect l="l" t="t" r="r" b="b"/>
            <a:pathLst>
              <a:path w="2771776" h="2771776">
                <a:moveTo>
                  <a:pt x="0" y="0"/>
                </a:moveTo>
                <a:lnTo>
                  <a:pt x="2771776" y="0"/>
                </a:lnTo>
                <a:lnTo>
                  <a:pt x="2771776" y="2771776"/>
                </a:lnTo>
                <a:lnTo>
                  <a:pt x="0" y="2771776"/>
                </a:lnTo>
                <a:close/>
              </a:path>
            </a:pathLst>
          </a:cu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025EC9B-2991-DCB4-EA5A-B1673057AB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4917" y="3955322"/>
            <a:ext cx="3352378" cy="2547806"/>
          </a:xfrm>
          <a:custGeom>
            <a:avLst/>
            <a:gdLst/>
            <a:ahLst/>
            <a:cxnLst/>
            <a:rect l="l" t="t" r="r" b="b"/>
            <a:pathLst>
              <a:path w="4090132" h="5759450">
                <a:moveTo>
                  <a:pt x="0" y="0"/>
                </a:moveTo>
                <a:lnTo>
                  <a:pt x="4090132" y="0"/>
                </a:lnTo>
                <a:lnTo>
                  <a:pt x="4090132" y="5759450"/>
                </a:lnTo>
                <a:lnTo>
                  <a:pt x="0" y="5759450"/>
                </a:lnTo>
                <a:close/>
              </a:path>
            </a:pathLst>
          </a:custGeom>
        </p:spPr>
      </p:pic>
      <p:pic>
        <p:nvPicPr>
          <p:cNvPr id="10" name="Рисунок 9" descr="Изображение выглядит как лестница, поручень, метал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F6D7149-D59C-4591-4101-6E6ED5D819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43" y="4366374"/>
            <a:ext cx="3810000" cy="2428875"/>
          </a:xfrm>
          <a:prstGeom prst="rect">
            <a:avLst/>
          </a:prstGeom>
        </p:spPr>
      </p:pic>
      <p:pic>
        <p:nvPicPr>
          <p:cNvPr id="16" name="Рисунок 15" descr="Изображение выглядит как зарисов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00A37AC-4B6B-23DC-398A-A386ED6D4D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88" y="162046"/>
            <a:ext cx="3810000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575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1412" y="549275"/>
            <a:ext cx="5437185" cy="1997855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4800"/>
              <a:t>Трудности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410" y="2677306"/>
            <a:ext cx="5437187" cy="3415519"/>
          </a:xfrm>
        </p:spPr>
        <p:txBody>
          <a:bodyPr vert="horz" wrap="square" lIns="0" tIns="0" rIns="0" bIns="0" rtlCol="0" anchor="t">
            <a:normAutofit/>
          </a:bodyPr>
          <a:lstStyle/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alpha val="60000"/>
                  </a:schemeClr>
                </a:solidFill>
              </a:rPr>
              <a:t>Я не смог найти компонент мотора для импортирования в проект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alpha val="60000"/>
                  </a:schemeClr>
                </a:solidFill>
              </a:rPr>
              <a:t>Крайне сложно разрабатывать что-то сложное, не имея чертежа, так как в assemble не сходится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alpha val="60000"/>
                  </a:schemeClr>
                </a:solidFill>
              </a:rPr>
              <a:t>Важна каждая деталь, иначе при настройке assembly relations SOLIDWORKS ругается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1106B59-80B8-CEED-0BCA-BC3F80A85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53403" y="791952"/>
            <a:ext cx="5092062" cy="5274099"/>
            <a:chOff x="5243759" y="1363788"/>
            <a:chExt cx="734257" cy="760506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3C2F317-81E4-3678-2FF2-495B3A95470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A7C6D33A-37B7-D2C4-2C1C-6D5253D0D480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8145A95-72C3-9BFC-32D2-908F235E389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4523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Freeform: Shape 34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9" name="Oval 36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80" name="Oval 38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81" name="Group 40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82" name="Freeform: Shape 41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Freeform: Shape 42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4" name="Oval 43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5" name="Oval 44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86" name="Rectangle 46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950" y="549275"/>
            <a:ext cx="5437187" cy="346234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6400"/>
              <a:t>Спасибо за просмотр</a:t>
            </a:r>
            <a:endParaRPr lang="en-US" sz="6400" dirty="0"/>
          </a:p>
        </p:txBody>
      </p:sp>
      <p:sp>
        <p:nvSpPr>
          <p:cNvPr id="87" name="Freeform: Shape 48">
            <a:extLst>
              <a:ext uri="{FF2B5EF4-FFF2-40B4-BE49-F238E27FC236}">
                <a16:creationId xmlns:a16="http://schemas.microsoft.com/office/drawing/2014/main" id="{5FE4B864-934A-4FA2-BD41-97214DEE96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99763" y="1"/>
            <a:ext cx="1080000" cy="851695"/>
          </a:xfrm>
          <a:custGeom>
            <a:avLst/>
            <a:gdLst>
              <a:gd name="connsiteX0" fmla="*/ 100289 w 1080000"/>
              <a:gd name="connsiteY0" fmla="*/ 0 h 851695"/>
              <a:gd name="connsiteX1" fmla="*/ 979711 w 1080000"/>
              <a:gd name="connsiteY1" fmla="*/ 0 h 851695"/>
              <a:gd name="connsiteX2" fmla="*/ 987777 w 1080000"/>
              <a:gd name="connsiteY2" fmla="*/ 9776 h 851695"/>
              <a:gd name="connsiteX3" fmla="*/ 1080000 w 1080000"/>
              <a:gd name="connsiteY3" fmla="*/ 311695 h 851695"/>
              <a:gd name="connsiteX4" fmla="*/ 540000 w 1080000"/>
              <a:gd name="connsiteY4" fmla="*/ 851695 h 851695"/>
              <a:gd name="connsiteX5" fmla="*/ 0 w 1080000"/>
              <a:gd name="connsiteY5" fmla="*/ 311695 h 851695"/>
              <a:gd name="connsiteX6" fmla="*/ 92224 w 1080000"/>
              <a:gd name="connsiteY6" fmla="*/ 9776 h 851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0000" h="851695">
                <a:moveTo>
                  <a:pt x="100289" y="0"/>
                </a:moveTo>
                <a:lnTo>
                  <a:pt x="979711" y="0"/>
                </a:lnTo>
                <a:lnTo>
                  <a:pt x="987777" y="9776"/>
                </a:lnTo>
                <a:cubicBezTo>
                  <a:pt x="1046002" y="95960"/>
                  <a:pt x="1080000" y="199857"/>
                  <a:pt x="1080000" y="311695"/>
                </a:cubicBezTo>
                <a:cubicBezTo>
                  <a:pt x="1080000" y="609929"/>
                  <a:pt x="838234" y="851695"/>
                  <a:pt x="540000" y="851695"/>
                </a:cubicBezTo>
                <a:cubicBezTo>
                  <a:pt x="241766" y="851695"/>
                  <a:pt x="0" y="609929"/>
                  <a:pt x="0" y="311695"/>
                </a:cubicBezTo>
                <a:cubicBezTo>
                  <a:pt x="0" y="199857"/>
                  <a:pt x="33998" y="95960"/>
                  <a:pt x="92224" y="9776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88" name="Freeform: Shape 50">
            <a:extLst>
              <a:ext uri="{FF2B5EF4-FFF2-40B4-BE49-F238E27FC236}">
                <a16:creationId xmlns:a16="http://schemas.microsoft.com/office/drawing/2014/main" id="{6E724B59-C987-4078-AE71-65FA4BBEB9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 flipH="1" flipV="1">
            <a:off x="-883665" y="3459490"/>
            <a:ext cx="3707936" cy="1853969"/>
          </a:xfrm>
          <a:custGeom>
            <a:avLst/>
            <a:gdLst>
              <a:gd name="connsiteX0" fmla="*/ 3707936 w 3707936"/>
              <a:gd name="connsiteY0" fmla="*/ 1853969 h 1853969"/>
              <a:gd name="connsiteX1" fmla="*/ 2780951 w 3707936"/>
              <a:gd name="connsiteY1" fmla="*/ 1853969 h 1853969"/>
              <a:gd name="connsiteX2" fmla="*/ 1853968 w 3707936"/>
              <a:gd name="connsiteY2" fmla="*/ 926985 h 1853969"/>
              <a:gd name="connsiteX3" fmla="*/ 926985 w 3707936"/>
              <a:gd name="connsiteY3" fmla="*/ 1853969 h 1853969"/>
              <a:gd name="connsiteX4" fmla="*/ 0 w 3707936"/>
              <a:gd name="connsiteY4" fmla="*/ 1853969 h 1853969"/>
              <a:gd name="connsiteX5" fmla="*/ 1853968 w 3707936"/>
              <a:gd name="connsiteY5" fmla="*/ 0 h 1853969"/>
              <a:gd name="connsiteX6" fmla="*/ 2227607 w 3707936"/>
              <a:gd name="connsiteY6" fmla="*/ 37666 h 1853969"/>
              <a:gd name="connsiteX7" fmla="*/ 2374682 w 3707936"/>
              <a:gd name="connsiteY7" fmla="*/ 75483 h 1853969"/>
              <a:gd name="connsiteX8" fmla="*/ 3632453 w 3707936"/>
              <a:gd name="connsiteY8" fmla="*/ 1333254 h 1853969"/>
              <a:gd name="connsiteX9" fmla="*/ 3670270 w 3707936"/>
              <a:gd name="connsiteY9" fmla="*/ 1480330 h 1853969"/>
              <a:gd name="connsiteX10" fmla="*/ 3707936 w 3707936"/>
              <a:gd name="connsiteY10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07936" h="1853969">
                <a:moveTo>
                  <a:pt x="3707936" y="1853969"/>
                </a:moveTo>
                <a:lnTo>
                  <a:pt x="2780951" y="1853969"/>
                </a:lnTo>
                <a:cubicBezTo>
                  <a:pt x="2780951" y="1342010"/>
                  <a:pt x="2365927" y="926985"/>
                  <a:pt x="1853968" y="926985"/>
                </a:cubicBezTo>
                <a:cubicBezTo>
                  <a:pt x="1342009" y="926985"/>
                  <a:pt x="926985" y="1342010"/>
                  <a:pt x="926985" y="1853969"/>
                </a:cubicBezTo>
                <a:lnTo>
                  <a:pt x="0" y="1853969"/>
                </a:lnTo>
                <a:cubicBezTo>
                  <a:pt x="0" y="830051"/>
                  <a:pt x="830050" y="0"/>
                  <a:pt x="1853968" y="0"/>
                </a:cubicBezTo>
                <a:cubicBezTo>
                  <a:pt x="1981958" y="0"/>
                  <a:pt x="2106918" y="12969"/>
                  <a:pt x="2227607" y="37666"/>
                </a:cubicBezTo>
                <a:lnTo>
                  <a:pt x="2374682" y="75483"/>
                </a:lnTo>
                <a:lnTo>
                  <a:pt x="3632453" y="1333254"/>
                </a:lnTo>
                <a:lnTo>
                  <a:pt x="3670270" y="1480330"/>
                </a:lnTo>
                <a:cubicBezTo>
                  <a:pt x="3694966" y="1601019"/>
                  <a:pt x="3707936" y="1725979"/>
                  <a:pt x="3707936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4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508000" dist="101600" dir="96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AA24D124-0A58-4832-8637-3B30AE719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 flipH="1" flipV="1">
            <a:off x="-779088" y="3226929"/>
            <a:ext cx="3707936" cy="2149759"/>
          </a:xfrm>
          <a:custGeom>
            <a:avLst/>
            <a:gdLst>
              <a:gd name="connsiteX0" fmla="*/ 3707936 w 3707936"/>
              <a:gd name="connsiteY0" fmla="*/ 2149759 h 2149759"/>
              <a:gd name="connsiteX1" fmla="*/ 2780951 w 3707936"/>
              <a:gd name="connsiteY1" fmla="*/ 2149759 h 2149759"/>
              <a:gd name="connsiteX2" fmla="*/ 1853968 w 3707936"/>
              <a:gd name="connsiteY2" fmla="*/ 1074880 h 2149759"/>
              <a:gd name="connsiteX3" fmla="*/ 926985 w 3707936"/>
              <a:gd name="connsiteY3" fmla="*/ 2149759 h 2149759"/>
              <a:gd name="connsiteX4" fmla="*/ 0 w 3707936"/>
              <a:gd name="connsiteY4" fmla="*/ 2149759 h 2149759"/>
              <a:gd name="connsiteX5" fmla="*/ 1853968 w 3707936"/>
              <a:gd name="connsiteY5" fmla="*/ 0 h 2149759"/>
              <a:gd name="connsiteX6" fmla="*/ 2227607 w 3707936"/>
              <a:gd name="connsiteY6" fmla="*/ 43676 h 2149759"/>
              <a:gd name="connsiteX7" fmla="*/ 2391840 w 3707936"/>
              <a:gd name="connsiteY7" fmla="*/ 92641 h 2149759"/>
              <a:gd name="connsiteX8" fmla="*/ 3526755 w 3707936"/>
              <a:gd name="connsiteY8" fmla="*/ 1227557 h 2149759"/>
              <a:gd name="connsiteX9" fmla="*/ 3562242 w 3707936"/>
              <a:gd name="connsiteY9" fmla="*/ 1312976 h 2149759"/>
              <a:gd name="connsiteX10" fmla="*/ 3707936 w 3707936"/>
              <a:gd name="connsiteY10" fmla="*/ 2149759 h 2149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07936" h="2149759">
                <a:moveTo>
                  <a:pt x="3707936" y="2149759"/>
                </a:moveTo>
                <a:lnTo>
                  <a:pt x="2780951" y="2149759"/>
                </a:lnTo>
                <a:cubicBezTo>
                  <a:pt x="2780951" y="1556120"/>
                  <a:pt x="2365927" y="1074880"/>
                  <a:pt x="1853968" y="1074880"/>
                </a:cubicBezTo>
                <a:cubicBezTo>
                  <a:pt x="1342009" y="1074880"/>
                  <a:pt x="926985" y="1556120"/>
                  <a:pt x="926985" y="2149759"/>
                </a:cubicBezTo>
                <a:lnTo>
                  <a:pt x="0" y="2149759"/>
                </a:lnTo>
                <a:cubicBezTo>
                  <a:pt x="0" y="962480"/>
                  <a:pt x="830050" y="0"/>
                  <a:pt x="1853968" y="0"/>
                </a:cubicBezTo>
                <a:cubicBezTo>
                  <a:pt x="1981958" y="0"/>
                  <a:pt x="2106918" y="15039"/>
                  <a:pt x="2227607" y="43676"/>
                </a:cubicBezTo>
                <a:lnTo>
                  <a:pt x="2391840" y="92641"/>
                </a:lnTo>
                <a:lnTo>
                  <a:pt x="3526755" y="1227557"/>
                </a:lnTo>
                <a:lnTo>
                  <a:pt x="3562242" y="1312976"/>
                </a:lnTo>
                <a:cubicBezTo>
                  <a:pt x="3656058" y="1570170"/>
                  <a:pt x="3707936" y="1852939"/>
                  <a:pt x="3707936" y="2149759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6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4118B356-D175-4209-BEF2-024CCE89F2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 flipH="1" flipV="1">
            <a:off x="540596" y="2280445"/>
            <a:ext cx="214196" cy="933178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2540000">
              <a:schemeClr val="accent1">
                <a:lumMod val="40000"/>
                <a:lumOff val="60000"/>
                <a:alpha val="2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CB542020-4D2E-46FE-A3F2-D57E88263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3905314" y="3027455"/>
            <a:ext cx="540001" cy="631474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5000"/>
                  <a:lumOff val="5000"/>
                </a:schemeClr>
              </a:gs>
              <a:gs pos="30000">
                <a:schemeClr val="bg2">
                  <a:lumMod val="95000"/>
                  <a:lumOff val="5000"/>
                </a:schemeClr>
              </a:gs>
              <a:gs pos="40000">
                <a:schemeClr val="bg2">
                  <a:lumMod val="85000"/>
                  <a:lumOff val="15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600000" scaled="0"/>
          </a:gradFill>
          <a:ln>
            <a:noFill/>
          </a:ln>
          <a:effectLst>
            <a:innerShdw blurRad="101600" dist="50800" dir="7320000">
              <a:schemeClr val="accent1">
                <a:lumMod val="60000"/>
                <a:lumOff val="40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6F8FE930-94C1-41F5-91E7-AFEE93C81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3912514" y="2945391"/>
            <a:ext cx="270000" cy="540001"/>
          </a:xfrm>
          <a:prstGeom prst="ellipse">
            <a:avLst/>
          </a:prstGeom>
          <a:gradFill>
            <a:gsLst>
              <a:gs pos="97000">
                <a:schemeClr val="bg2"/>
              </a:gs>
              <a:gs pos="0">
                <a:schemeClr val="bg2">
                  <a:lumMod val="90000"/>
                  <a:lumOff val="10000"/>
                </a:schemeClr>
              </a:gs>
            </a:gsLst>
            <a:lin ang="150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A0302BC9-31AF-4AD2-AF80-D0AD26F64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 flipH="1" flipV="1">
            <a:off x="2502647" y="4242496"/>
            <a:ext cx="214196" cy="933178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2540000">
              <a:schemeClr val="accent1">
                <a:lumMod val="40000"/>
                <a:lumOff val="60000"/>
                <a:alpha val="2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630249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3D float design</Template>
  <TotalTime>27</TotalTime>
  <Words>303</Words>
  <Application>Microsoft Office PowerPoint</Application>
  <PresentationFormat>Широкоэкранный</PresentationFormat>
  <Paragraphs>52</Paragraphs>
  <Slides>12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</vt:lpstr>
      <vt:lpstr>Gill Sans MT</vt:lpstr>
      <vt:lpstr>Walbaum Display</vt:lpstr>
      <vt:lpstr>3DFloatVTI</vt:lpstr>
      <vt:lpstr>SOLIDWORKS Escalator</vt:lpstr>
      <vt:lpstr>План презентации</vt:lpstr>
      <vt:lpstr>Вступление</vt:lpstr>
      <vt:lpstr>Таблица компонентов</vt:lpstr>
      <vt:lpstr>Чертежи(цепь)</vt:lpstr>
      <vt:lpstr>Чертежи(шестерня)</vt:lpstr>
      <vt:lpstr>Чертежи(боковая часть эскалатора)</vt:lpstr>
      <vt:lpstr>Чертежи(скелет)</vt:lpstr>
      <vt:lpstr>Чертежи(Ступень)</vt:lpstr>
      <vt:lpstr>Финальная версия</vt:lpstr>
      <vt:lpstr>Трудности</vt:lpstr>
      <vt:lpstr>Спасибо за просмотр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Grigoriy Kovrizhnykh</dc:creator>
  <cp:lastModifiedBy>Grigoriy Kovrizhnykh</cp:lastModifiedBy>
  <cp:revision>3</cp:revision>
  <dcterms:created xsi:type="dcterms:W3CDTF">2025-04-19T20:24:41Z</dcterms:created>
  <dcterms:modified xsi:type="dcterms:W3CDTF">2025-04-19T20:52:29Z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